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840480" cy="411480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81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16EFF"/>
                </a:solidFill>
              </a:defRPr>
            </a:pPr>
            <a:r>
              <a:t>✨  AI-POWERED GOOGLE MAPS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Turn Every Walk-In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Into a 5-Star</a:t>
            </a:r>
          </a:p>
          <a:p>
            <a:pPr>
              <a:defRPr sz="4000" b="1">
                <a:solidFill>
                  <a:srgbClr val="816EFF"/>
                </a:solidFill>
              </a:defRPr>
            </a:pPr>
            <a:r>
              <a:t>Google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Revly turns tabletop QR feedback into authentic, keyword-rich Google reviews in 30 seconds — boosting your Google Maps #1 rank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594360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⏱️  30 Sec Journey   •   ⚡ 100% Staff-Free   •   📱 Zero App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822960"/>
            <a:ext cx="4572000" cy="530352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81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ly_qr_stand_mockup_17918086158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4389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Why Great Businesses Stay Invisible on Google 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1. Hidden on Google Maps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88% of shoppers search on Google before visiting, but competitors with more reviews take the top 3 spots. If you're not in the top 3, you are invisible.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816EFF"/>
                </a:solidFill>
              </a:defRPr>
            </a:pPr>
            <a:r>
              <a:t>2. The Friction Barrier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95% of happy customers walk out without reviewing. Asking in person is awkward for staff, and customers forget the second they leave the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3. The 'Nice &amp; Good' Trap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When customers do post, they write: 'Nice food' or 'Good salon'. These 2 words contain zero keywords. Google's algorithm gives your shop zero ranking credit.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4. Zero Customer Data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Customers pay via cash or UPI and walk away. The owner has no contact number, no visit history, and no way to invite them back for slow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SOLUTION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The Revly 30-Second Growth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37560" cy="356616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816EFF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Scan Tabletop QR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</a:defRPr>
            </a:pPr>
            <a:r>
              <a:t>Customer scans branded stander with their mobile camera.</a:t>
            </a:r>
            <a:br/>
            <a:br/>
            <a:r>
              <a:t>• Zero app download</a:t>
            </a:r>
            <a:br/>
            <a:r>
              <a:t>• Instant web load (&lt;1s)</a:t>
            </a:r>
            <a:br/>
            <a:r>
              <a:t>• Zero login barrier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37560" cy="356616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3-Tap Micro-Feedback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</a:defRPr>
            </a:pPr>
            <a:r>
              <a:t>Customer rates 2-3 quick emoji questions about their visit.</a:t>
            </a:r>
            <a:br/>
            <a:br/>
            <a:r>
              <a:t>• AI weaves experience</a:t>
            </a:r>
            <a:br/>
            <a:r>
              <a:t>• Automatically inserts high-value SEO keywords</a:t>
            </a:r>
            <a:br/>
            <a:r>
              <a:t>• 100% human 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37560" cy="356616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1-Tap Google Post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</a:defRPr>
            </a:pPr>
            <a:r>
              <a:t>Customer clicks 'Post to Google'. Review is copied &amp; Maps opens.</a:t>
            </a:r>
            <a:br/>
            <a:br/>
            <a:r>
              <a:t>• Customer simply pastes</a:t>
            </a:r>
            <a:br/>
            <a:r>
              <a:t>• Submitted in 3 seconds</a:t>
            </a:r>
            <a:br/>
            <a:r>
              <a:t>• Name &amp; mobile saved to 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06440"/>
            <a:ext cx="10652760" cy="5943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81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🚀  Result: Customer completes the review effortlessly • Business gains Google SEO ranking power + Verified Customer Lead.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6EFF"/>
                </a:solidFill>
              </a:defRPr>
            </a:pPr>
            <a:r>
              <a:t>THE LOCAL SEO SECRET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Why Keyword-Rich Reviews Drive #1 Google Rankings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206240"/>
          </a:xfrm>
          <a:prstGeom prst="roundRect">
            <a:avLst/>
          </a:prstGeom>
          <a:solidFill>
            <a:srgbClr val="18141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❌  WITHOUT REVLY (Generic Review)</a:t>
            </a:r>
          </a:p>
          <a:p>
            <a:pPr>
              <a:spcBef>
                <a:spcPts val="1600"/>
              </a:spcBef>
              <a:defRPr sz="1800" b="1">
                <a:solidFill>
                  <a:srgbClr val="F8FAFC"/>
                </a:solidFill>
              </a:defRPr>
            </a:pPr>
            <a:r>
              <a:t>“Nice food, super place.”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• Zero dish names or service mentions</a:t>
            </a:r>
            <a:br/>
            <a:r>
              <a:t>• Zero local area search signals</a:t>
            </a:r>
            <a:br/>
            <a:r>
              <a:t>• Google's algorithm ignores it</a:t>
            </a:r>
            <a:br/>
            <a:r>
              <a:t>• Completely invisible for 'near me' discovery searches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206240"/>
          </a:xfrm>
          <a:prstGeom prst="roundRect">
            <a:avLst/>
          </a:prstGeom>
          <a:solidFill>
            <a:srgbClr val="141C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✅  WITH REVLY (AI Keyword-Rich Review)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“Loved the creamy Alfredo pasta and hazelnut cold brew! The seating atmosphere was so relaxing. Top cafe spot in the area.”</a:t>
            </a:r>
          </a:p>
          <a:p>
            <a:pPr>
              <a:spcBef>
                <a:spcPts val="1600"/>
              </a:spcBef>
              <a:defRPr sz="1250">
                <a:solidFill>
                  <a:srgbClr val="94A3B8"/>
                </a:solidFill>
              </a:defRPr>
            </a:pPr>
            <a:r>
              <a:t>• Keywords Indexed: Alfredo pasta, hazelnut cold brew, seating atmosphere</a:t>
            </a:r>
            <a:br/>
            <a:r>
              <a:t>• Signals relevance to Google's ranking algorithm</a:t>
            </a:r>
            <a:br/>
            <a:r>
              <a:t>• Ranks at the Top when locals search for pasta or cold brew</a:t>
            </a:r>
            <a:br/>
            <a:r>
              <a:t>• 100% human, authentic, customer-verified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POWERFUL PLATFORM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Core Features Built for Store Owners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816EFF"/>
                </a:solidFill>
              </a:defRPr>
            </a:pPr>
            <a:r>
              <a:t>🎯 Custom Question Builder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Configure specific questions for Cafes, Salons, Clinics, Gyms &amp; Retail. 3 random questions served per scan so reviews cover all aspects.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👥 Customer Directory (CRM)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Captures customer names and phone numbers automatically. Identify loyal repeat guests and build an owned SMS/WhatsApp marketing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📊 Operational Health Analytics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Track scan counts, review conversion rates, and department ratings (Food Taste, Service Speed, Cleanliness) to fix operational flaws fast.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🏷️ Custom Branded Standers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</a:defRPr>
            </a:pPr>
            <a:r>
              <a:t>Customized with your shop's official colors, logo badge, and high-resolution print-ready QR codes for tables, counters, and bill folders.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PROVEN BUSINESS IMPACT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Measurable ROI from Day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38328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3200" b="1">
                <a:solidFill>
                  <a:srgbClr val="816EFF"/>
                </a:solidFill>
              </a:defRPr>
            </a:pPr>
            <a:r>
              <a:t>5x – 10x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Monthly Google Review Velocity</a:t>
            </a:r>
          </a:p>
          <a:p>
            <a:pPr algn="ctr"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Turn silent walk-in visitors into active 5-star brand promoters.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468880" cy="338328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#1 Rank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Top 3 Google Maps Placement</a:t>
            </a:r>
          </a:p>
          <a:p>
            <a:pPr algn="ctr"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Outrank competitors for high-intent searches without spending on 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468880" cy="338328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500–2,000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Verified Phone Leads / Month</a:t>
            </a:r>
          </a:p>
          <a:p>
            <a:pPr algn="ctr"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Own your customer database instead of relying on third-party aggregators.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468880" cy="3383280"/>
          </a:xfrm>
          <a:prstGeom prst="roundRect">
            <a:avLst/>
          </a:prstGeom>
          <a:solidFill>
            <a:srgbClr val="171E30"/>
          </a:solidFill>
          <a:ln w="1524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Automated &amp; Staff-Free</a:t>
            </a:r>
          </a:p>
          <a:p>
            <a:pPr algn="ctr"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Zero manual follow-ups, zero awkward staff begging at billing desks.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52760" cy="731520"/>
          </a:xfrm>
          <a:prstGeom prst="roundRect">
            <a:avLst/>
          </a:prstGeom>
          <a:solidFill>
            <a:srgbClr val="1E1B4B"/>
          </a:solidFill>
          <a:ln w="15240">
            <a:solidFill>
              <a:srgbClr val="81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🎯 Every customer who visits your store is a Google Ranking opportunity.</a:t>
            </a:r>
          </a:p>
          <a:p>
            <a:pPr algn="ctr">
              <a:defRPr sz="1200">
                <a:solidFill>
                  <a:srgbClr val="816EFF"/>
                </a:solidFill>
              </a:defRPr>
            </a:pPr>
            <a:r>
              <a:t>Revly turns that daily footfall into permanent Google Maps dominance and customer loyalty.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