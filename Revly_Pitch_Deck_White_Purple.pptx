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822960"/>
            <a:ext cx="3291840" cy="402336"/>
          </a:xfrm>
          <a:prstGeom prst="roundRect">
            <a:avLst/>
          </a:prstGeom>
          <a:solidFill>
            <a:srgbClr val="F3F0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</a:defRPr>
            </a:pPr>
            <a:r>
              <a:t>⚡  AI-POWERED LOCAL SEO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6766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1E1B4B"/>
                </a:solidFill>
              </a:defRPr>
            </a:pPr>
            <a:r>
              <a:t>Turn Every Walk-In</a:t>
            </a:r>
          </a:p>
          <a:p>
            <a:pPr>
              <a:defRPr sz="4600" b="1">
                <a:solidFill>
                  <a:srgbClr val="1E1B4B"/>
                </a:solidFill>
              </a:defRPr>
            </a:pPr>
            <a:r>
              <a:t>Into a 5-Star</a:t>
            </a:r>
          </a:p>
          <a:p>
            <a:pPr>
              <a:defRPr sz="4600" b="1">
                <a:solidFill>
                  <a:srgbClr val="7C3AED"/>
                </a:solidFill>
              </a:defRPr>
            </a:pPr>
            <a:r>
              <a:t>Google Review.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8912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4155"/>
                </a:solidFill>
              </a:defRPr>
            </a:pPr>
            <a:r>
              <a:t>30-second tabletop QR feedback that ranks your local business #1 on Google Maps — completely automated.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440680"/>
            <a:ext cx="621792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E1B4B"/>
                </a:solidFill>
              </a:defRPr>
            </a:pPr>
            <a:r>
              <a:t>⏱️  30 Sec Journey    •    ⚡  100% Automated    •    📱  Zero App Needed</a:t>
            </a:r>
          </a:p>
        </p:txBody>
      </p:sp>
      <p:pic>
        <p:nvPicPr>
          <p:cNvPr id="7" name="Picture 6" descr="tabletop_st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640080"/>
            <a:ext cx="384048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94360"/>
            <a:ext cx="2011680" cy="347472"/>
          </a:xfrm>
          <a:prstGeom prst="roundRect">
            <a:avLst/>
          </a:prstGeom>
          <a:solidFill>
            <a:srgbClr val="FFF1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1D48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1B4B"/>
                </a:solidFill>
              </a:defRPr>
            </a:pPr>
            <a:r>
              <a:t>Great Footfall. Zero Google Visibility.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28600"/>
          <a:lstStyle/>
          <a:p>
            <a:pPr algn="ctr">
              <a:defRPr sz="4400" b="1">
                <a:solidFill>
                  <a:srgbClr val="E11D48"/>
                </a:solidFill>
              </a:defRPr>
            </a:pPr>
            <a:r>
              <a:t>88%</a:t>
            </a:r>
          </a:p>
          <a:p>
            <a:pPr>
              <a:spcBef>
                <a:spcPts val="400"/>
              </a:spcBef>
              <a:defRPr sz="1400" b="1">
                <a:solidFill>
                  <a:srgbClr val="1E1B4B"/>
                </a:solidFill>
              </a:defRPr>
            </a:pPr>
            <a:r>
              <a:t>Local Search Dominance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</a:defRPr>
            </a:pPr>
            <a:r>
              <a:t>People search Google Maps before visiting a local shop or cafe.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92024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28600"/>
          <a:lstStyle/>
          <a:p>
            <a:pPr algn="ctr">
              <a:defRPr sz="4400" b="1">
                <a:solidFill>
                  <a:srgbClr val="D97706"/>
                </a:solidFill>
              </a:defRPr>
            </a:pPr>
            <a:r>
              <a:t>95%</a:t>
            </a:r>
          </a:p>
          <a:p>
            <a:pPr>
              <a:spcBef>
                <a:spcPts val="400"/>
              </a:spcBef>
              <a:defRPr sz="1400" b="1">
                <a:solidFill>
                  <a:srgbClr val="1E1B4B"/>
                </a:solidFill>
              </a:defRPr>
            </a:pPr>
            <a:r>
              <a:t>The Silent Customer Exit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</a:defRPr>
            </a:pPr>
            <a:r>
              <a:t>Satisfied walk-in customers leave without writing any Google review.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25196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28600"/>
          <a:lstStyle/>
          <a:p>
            <a:pPr algn="ctr">
              <a:defRPr sz="4400" b="1">
                <a:solidFill>
                  <a:srgbClr val="6D28D9"/>
                </a:solidFill>
              </a:defRPr>
            </a:pPr>
            <a:r>
              <a:t>Top 3</a:t>
            </a:r>
          </a:p>
          <a:p>
            <a:pPr>
              <a:spcBef>
                <a:spcPts val="400"/>
              </a:spcBef>
              <a:defRPr sz="1400" b="1">
                <a:solidFill>
                  <a:srgbClr val="1E1B4B"/>
                </a:solidFill>
              </a:defRPr>
            </a:pPr>
            <a:r>
              <a:t>The Winner's Circle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</a:defRPr>
            </a:pPr>
            <a:r>
              <a:t>Only the top 3 spots on Google Maps get 75%+ of customer visits.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25196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28600"/>
          <a:lstStyle/>
          <a:p>
            <a:pPr algn="ctr">
              <a:defRPr sz="4400" b="1">
                <a:solidFill>
                  <a:srgbClr val="0284C7"/>
                </a:solidFill>
              </a:defRPr>
            </a:pPr>
            <a:r>
              <a:t>2 Words</a:t>
            </a:r>
          </a:p>
          <a:p>
            <a:pPr>
              <a:spcBef>
                <a:spcPts val="400"/>
              </a:spcBef>
              <a:defRPr sz="1400" b="1">
                <a:solidFill>
                  <a:srgbClr val="1E1B4B"/>
                </a:solidFill>
              </a:defRPr>
            </a:pPr>
            <a:r>
              <a:t>The Generic Review Trap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</a:defRPr>
            </a:pPr>
            <a:r>
              <a:t>Average review length ('Nice food'). Zero keywords for Google ranking.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94360"/>
            <a:ext cx="2011680" cy="347472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59669"/>
                </a:solidFill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1B4B"/>
                </a:solidFill>
              </a:defRPr>
            </a:pPr>
            <a:r>
              <a:t>30 Seconds. From Table QR to #1 Google Rank.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3364992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defRPr sz="1200" b="1">
                <a:solidFill>
                  <a:srgbClr val="6D28D9"/>
                </a:solidFill>
              </a:defRPr>
            </a:pPr>
            <a:r>
              <a:t>STEP 1</a:t>
            </a:r>
          </a:p>
          <a:p>
            <a:pPr>
              <a:spcBef>
                <a:spcPts val="600"/>
              </a:spcBef>
              <a:defRPr sz="2800" b="1">
                <a:solidFill>
                  <a:srgbClr val="1E1B4B"/>
                </a:solidFill>
              </a:defRPr>
            </a:pPr>
            <a:r>
              <a:t>0 App Download</a:t>
            </a:r>
          </a:p>
          <a:p>
            <a:pPr>
              <a:spcBef>
                <a:spcPts val="800"/>
              </a:spcBef>
              <a:defRPr sz="1400" b="1">
                <a:solidFill>
                  <a:srgbClr val="6D28D9"/>
                </a:solidFill>
              </a:defRPr>
            </a:pPr>
            <a:r>
              <a:t>📱 Instant Camera Scan</a:t>
            </a:r>
          </a:p>
          <a:p>
            <a:pPr>
              <a:spcBef>
                <a:spcPts val="1200"/>
              </a:spcBef>
              <a:defRPr sz="1300">
                <a:solidFill>
                  <a:srgbClr val="64748B"/>
                </a:solidFill>
              </a:defRPr>
            </a:pPr>
            <a:r>
              <a:t>Customer scans the tabletop stander with their smartphone camera. Loads in under 1 second.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07408" y="1920240"/>
            <a:ext cx="3364992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defRPr sz="1200" b="1">
                <a:solidFill>
                  <a:srgbClr val="0284C7"/>
                </a:solidFill>
              </a:defRPr>
            </a:pPr>
            <a:r>
              <a:t>STEP 2</a:t>
            </a:r>
          </a:p>
          <a:p>
            <a:pPr>
              <a:spcBef>
                <a:spcPts val="600"/>
              </a:spcBef>
              <a:defRPr sz="2800" b="1">
                <a:solidFill>
                  <a:srgbClr val="1E1B4B"/>
                </a:solidFill>
              </a:defRPr>
            </a:pPr>
            <a:r>
              <a:t>3 Emojis</a:t>
            </a:r>
          </a:p>
          <a:p>
            <a:pPr>
              <a:spcBef>
                <a:spcPts val="800"/>
              </a:spcBef>
              <a:defRPr sz="1400" b="1">
                <a:solidFill>
                  <a:srgbClr val="0284C7"/>
                </a:solidFill>
              </a:defRPr>
            </a:pPr>
            <a:r>
              <a:t>⚡ Smart Micro-Feedback</a:t>
            </a:r>
          </a:p>
          <a:p>
            <a:pPr>
              <a:spcBef>
                <a:spcPts val="1200"/>
              </a:spcBef>
              <a:defRPr sz="1300">
                <a:solidFill>
                  <a:srgbClr val="64748B"/>
                </a:solidFill>
              </a:defRPr>
            </a:pPr>
            <a:r>
              <a:t>Customer rates 2-3 quick aspects. AI weaves ratings + targeted SEO keywords into a genuine draft.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91856" y="1920240"/>
            <a:ext cx="3364992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defRPr sz="1200" b="1">
                <a:solidFill>
                  <a:srgbClr val="059669"/>
                </a:solidFill>
              </a:defRPr>
            </a:pPr>
            <a:r>
              <a:t>STEP 3</a:t>
            </a:r>
          </a:p>
          <a:p>
            <a:pPr>
              <a:spcBef>
                <a:spcPts val="600"/>
              </a:spcBef>
              <a:defRPr sz="2800" b="1">
                <a:solidFill>
                  <a:srgbClr val="1E1B4B"/>
                </a:solidFill>
              </a:defRPr>
            </a:pPr>
            <a:r>
              <a:t>1 Tap Post</a:t>
            </a:r>
          </a:p>
          <a:p>
            <a:pPr>
              <a:spcBef>
                <a:spcPts val="800"/>
              </a:spcBef>
              <a:defRPr sz="1400" b="1">
                <a:solidFill>
                  <a:srgbClr val="059669"/>
                </a:solidFill>
              </a:defRPr>
            </a:pPr>
            <a:r>
              <a:t>⭐ Google Maps Post</a:t>
            </a:r>
          </a:p>
          <a:p>
            <a:pPr>
              <a:spcBef>
                <a:spcPts val="1200"/>
              </a:spcBef>
              <a:defRPr sz="1300">
                <a:solidFill>
                  <a:srgbClr val="64748B"/>
                </a:solidFill>
              </a:defRPr>
            </a:pPr>
            <a:r>
              <a:t>Review auto-copies &amp; Google Maps opens. Customer pastes and posts in 3 seconds!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623560"/>
            <a:ext cx="10533888" cy="658368"/>
          </a:xfrm>
          <a:prstGeom prst="roundRect">
            <a:avLst/>
          </a:prstGeom>
          <a:solidFill>
            <a:srgbClr val="F3F0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6D28D9"/>
                </a:solidFill>
              </a:defRPr>
            </a:pPr>
            <a:r>
              <a:t>👥  100% Leads Captured: Customer name &amp; phone number saved automatically into your private CRM.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94360"/>
            <a:ext cx="2743200" cy="347472"/>
          </a:xfrm>
          <a:prstGeom prst="roundRect">
            <a:avLst/>
          </a:prstGeom>
          <a:solidFill>
            <a:srgbClr val="F3F0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6D28D9"/>
                </a:solidFill>
              </a:defRPr>
            </a:pPr>
            <a:r>
              <a:t>THE LOCAL SEO SECRET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1B4B"/>
                </a:solidFill>
              </a:defRPr>
            </a:pPr>
            <a:r>
              <a:t>Why Keywords Make or Break Your Google Rank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5120640" cy="4297680"/>
          </a:xfrm>
          <a:prstGeom prst="roundRect">
            <a:avLst/>
          </a:prstGeom>
          <a:solidFill>
            <a:srgbClr val="FFF5F5"/>
          </a:solidFill>
          <a:ln w="1905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20040"/>
          <a:lstStyle/>
          <a:p>
            <a:pPr algn="ctr">
              <a:defRPr sz="2400" b="1">
                <a:solidFill>
                  <a:srgbClr val="E11D48"/>
                </a:solidFill>
              </a:defRPr>
            </a:pPr>
            <a:r>
              <a:t>❌  0 Keywords = 0 Ranking</a:t>
            </a:r>
          </a:p>
          <a:p>
            <a:pPr>
              <a:spcBef>
                <a:spcPts val="1600"/>
              </a:spcBef>
              <a:defRPr sz="2000" b="1">
                <a:solidFill>
                  <a:srgbClr val="1E1B4B"/>
                </a:solidFill>
              </a:defRPr>
            </a:pPr>
            <a:r>
              <a:t>“Nice food, super place.”</a:t>
            </a:r>
          </a:p>
          <a:p>
            <a:pPr>
              <a:spcBef>
                <a:spcPts val="1800"/>
              </a:spcBef>
              <a:defRPr sz="1400">
                <a:solidFill>
                  <a:srgbClr val="334155"/>
                </a:solidFill>
              </a:defRPr>
            </a:pPr>
            <a:r>
              <a:t>• Zero dish or service names mentioned</a:t>
            </a:r>
            <a:br/>
            <a:r>
              <a:t>• Zero search keywords for Google's algorithm</a:t>
            </a:r>
            <a:br/>
            <a:r>
              <a:t>• Google Maps completely ignores it</a:t>
            </a:r>
            <a:br/>
            <a:r>
              <a:t>• Business stays invisible for 'near me' searches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920240"/>
            <a:ext cx="5120640" cy="4297680"/>
          </a:xfrm>
          <a:prstGeom prst="roundRect">
            <a:avLst/>
          </a:prstGeom>
          <a:solidFill>
            <a:srgbClr val="F5F3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20040"/>
          <a:lstStyle/>
          <a:p>
            <a:pPr algn="ctr">
              <a:defRPr sz="2400" b="1">
                <a:solidFill>
                  <a:srgbClr val="6D28D9"/>
                </a:solidFill>
              </a:defRPr>
            </a:pPr>
            <a:r>
              <a:t>✅  Keywords = Top 3 Rank</a:t>
            </a:r>
          </a:p>
          <a:p>
            <a:pPr>
              <a:spcBef>
                <a:spcPts val="1600"/>
              </a:spcBef>
              <a:defRPr sz="1600" b="1">
                <a:solidFill>
                  <a:srgbClr val="1E1B4B"/>
                </a:solidFill>
              </a:defRPr>
            </a:pPr>
            <a:r>
              <a:t>“Loved the creamy Alfredo pasta and cold brew! Relaxing seating atmosphere.”</a:t>
            </a:r>
          </a:p>
          <a:p>
            <a:pPr>
              <a:spcBef>
                <a:spcPts val="1800"/>
              </a:spcBef>
              <a:defRPr sz="1350">
                <a:solidFill>
                  <a:srgbClr val="334155"/>
                </a:solidFill>
              </a:defRPr>
            </a:pPr>
            <a:r>
              <a:t>• Keywords Indexed: Alfredo pasta, cold brew, relaxing atmosphere</a:t>
            </a:r>
            <a:br/>
            <a:r>
              <a:t>• Google recognizes your exact offerings</a:t>
            </a:r>
            <a:br/>
            <a:r>
              <a:t>• Ranks #1 when locals search pasta, coffee, or hangout</a:t>
            </a:r>
            <a:br/>
            <a:r>
              <a:t>• 100% human, authentic customer voice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94360"/>
            <a:ext cx="2011680" cy="347472"/>
          </a:xfrm>
          <a:prstGeom prst="roundRect">
            <a:avLst/>
          </a:prstGeom>
          <a:solidFill>
            <a:srgbClr val="F3F0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6D28D9"/>
                </a:solidFill>
              </a:defRPr>
            </a:pPr>
            <a: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1B4B"/>
                </a:solidFill>
              </a:defRPr>
            </a:pPr>
            <a:r>
              <a:t>Built for Store Owners. Zero Tech Skills Needed.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74320"/>
          <a:lstStyle/>
          <a:p>
            <a:pPr algn="ctr">
              <a:defRPr sz="2000" b="1">
                <a:solidFill>
                  <a:srgbClr val="6D28D9"/>
                </a:solidFill>
              </a:defRPr>
            </a:pPr>
            <a:r>
              <a:t>🎯 Custom Question Bank</a:t>
            </a:r>
          </a:p>
          <a:p>
            <a:pPr>
              <a:spcBef>
                <a:spcPts val="1000"/>
              </a:spcBef>
              <a:defRPr sz="1400">
                <a:solidFill>
                  <a:srgbClr val="334155"/>
                </a:solidFill>
              </a:defRPr>
            </a:pPr>
            <a:r>
              <a:t>Tailored for Cafes, Salons, Clinics, Gyms &amp; Retail. 3 random questions per scan.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92024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74320"/>
          <a:lstStyle/>
          <a:p>
            <a:pPr algn="ctr">
              <a:defRPr sz="2000" b="1">
                <a:solidFill>
                  <a:srgbClr val="059669"/>
                </a:solidFill>
              </a:defRPr>
            </a:pPr>
            <a:r>
              <a:t>👥 Customer Contact CRM</a:t>
            </a:r>
          </a:p>
          <a:p>
            <a:pPr>
              <a:spcBef>
                <a:spcPts val="1000"/>
              </a:spcBef>
              <a:defRPr sz="1400">
                <a:solidFill>
                  <a:srgbClr val="334155"/>
                </a:solidFill>
              </a:defRPr>
            </a:pPr>
            <a:r>
              <a:t>Captures names and mobile numbers to identify repeat loyal visitors automatically.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25196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74320"/>
          <a:lstStyle/>
          <a:p>
            <a:pPr algn="ctr">
              <a:defRPr sz="2000" b="1">
                <a:solidFill>
                  <a:srgbClr val="0284C7"/>
                </a:solidFill>
              </a:defRPr>
            </a:pPr>
            <a:r>
              <a:t>📊 Operational Health Scores</a:t>
            </a:r>
          </a:p>
          <a:p>
            <a:pPr>
              <a:spcBef>
                <a:spcPts val="1000"/>
              </a:spcBef>
              <a:defRPr sz="1400">
                <a:solidFill>
                  <a:srgbClr val="334155"/>
                </a:solidFill>
              </a:defRPr>
            </a:pPr>
            <a:r>
              <a:t>Live ratings for food, staff speed, and cleanliness to catch issues early.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25196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74320"/>
          <a:lstStyle/>
          <a:p>
            <a:pPr algn="ctr">
              <a:defRPr sz="2000" b="1">
                <a:solidFill>
                  <a:srgbClr val="D97706"/>
                </a:solidFill>
              </a:defRPr>
            </a:pPr>
            <a:r>
              <a:t>🏷️ Branded Tabletop Standers</a:t>
            </a:r>
          </a:p>
          <a:p>
            <a:pPr>
              <a:spcBef>
                <a:spcPts val="1000"/>
              </a:spcBef>
              <a:defRPr sz="1400">
                <a:solidFill>
                  <a:srgbClr val="334155"/>
                </a:solidFill>
              </a:defRPr>
            </a:pPr>
            <a:r>
              <a:t>Custom shop colors, logo, and print-ready QR codes for tables and counters.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94360"/>
            <a:ext cx="2011680" cy="347472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59669"/>
                </a:solidFill>
              </a:defRPr>
            </a:pPr>
            <a:r>
              <a:t>BUSINESS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1B4B"/>
                </a:solidFill>
              </a:defRPr>
            </a:pPr>
            <a:r>
              <a:t>Proven Results from Day One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246888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20040"/>
          <a:lstStyle/>
          <a:p>
            <a:pPr algn="ctr">
              <a:defRPr sz="4000" b="1">
                <a:solidFill>
                  <a:srgbClr val="6D28D9"/>
                </a:solidFill>
              </a:defRPr>
            </a:pPr>
            <a:r>
              <a:t>10x</a:t>
            </a:r>
          </a:p>
          <a:p>
            <a:pPr algn="ctr"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Monthly Google Review Velocity</a:t>
            </a:r>
          </a:p>
          <a:p>
            <a:pPr algn="ctr">
              <a:spcBef>
                <a:spcPts val="1200"/>
              </a:spcBef>
              <a:defRPr sz="1200">
                <a:solidFill>
                  <a:srgbClr val="64748B"/>
                </a:solidFill>
              </a:defRPr>
            </a:pPr>
            <a:r>
              <a:t>Turn silent walk-ins into active 5-star brand promoters.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11296" y="1920240"/>
            <a:ext cx="246888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20040"/>
          <a:lstStyle/>
          <a:p>
            <a:pPr algn="ctr">
              <a:defRPr sz="4000" b="1">
                <a:solidFill>
                  <a:srgbClr val="059669"/>
                </a:solidFill>
              </a:defRPr>
            </a:pPr>
            <a:r>
              <a:t>#1 Rank</a:t>
            </a:r>
          </a:p>
          <a:p>
            <a:pPr algn="ctr"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Top 3 Google Maps Placement</a:t>
            </a:r>
          </a:p>
          <a:p>
            <a:pPr algn="ctr">
              <a:spcBef>
                <a:spcPts val="1200"/>
              </a:spcBef>
              <a:defRPr sz="1200">
                <a:solidFill>
                  <a:srgbClr val="64748B"/>
                </a:solidFill>
              </a:defRPr>
            </a:pPr>
            <a:r>
              <a:t>Outrank competitors without spending on paid ads.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1920240"/>
            <a:ext cx="246888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20040"/>
          <a:lstStyle/>
          <a:p>
            <a:pPr algn="ctr">
              <a:defRPr sz="4000" b="1">
                <a:solidFill>
                  <a:srgbClr val="0284C7"/>
                </a:solidFill>
              </a:defRPr>
            </a:pPr>
            <a:r>
              <a:t>2,000+</a:t>
            </a:r>
          </a:p>
          <a:p>
            <a:pPr algn="ctr"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Phone Leads Captured / Month</a:t>
            </a:r>
          </a:p>
          <a:p>
            <a:pPr algn="ctr">
              <a:spcBef>
                <a:spcPts val="1200"/>
              </a:spcBef>
              <a:defRPr sz="1200">
                <a:solidFill>
                  <a:srgbClr val="64748B"/>
                </a:solidFill>
              </a:defRPr>
            </a:pPr>
            <a:r>
              <a:t>Own your customer database for festival campaigns.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87968" y="1920240"/>
            <a:ext cx="246888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20040"/>
          <a:lstStyle/>
          <a:p>
            <a:pPr algn="ctr">
              <a:defRPr sz="4000" b="1">
                <a:solidFill>
                  <a:srgbClr val="D97706"/>
                </a:solidFill>
              </a:defRPr>
            </a:pPr>
            <a:r>
              <a:t>0 Effort</a:t>
            </a:r>
          </a:p>
          <a:p>
            <a:pPr algn="ctr"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100% Automated &amp; Staff-Free</a:t>
            </a:r>
          </a:p>
          <a:p>
            <a:pPr algn="ctr">
              <a:spcBef>
                <a:spcPts val="1200"/>
              </a:spcBef>
              <a:defRPr sz="1200">
                <a:solidFill>
                  <a:srgbClr val="64748B"/>
                </a:solidFill>
              </a:defRPr>
            </a:pPr>
            <a:r>
              <a:t>Zero manual follow-ups, zero staff begging.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532120"/>
            <a:ext cx="10533888" cy="777240"/>
          </a:xfrm>
          <a:prstGeom prst="roundRect">
            <a:avLst/>
          </a:prstGeom>
          <a:solidFill>
            <a:srgbClr val="581C87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🎯 Every customer who enters your shop is a Google Ranking opportunity.</a:t>
            </a:r>
          </a:p>
          <a:p>
            <a:pPr algn="ctr">
              <a:defRPr sz="1200">
                <a:solidFill>
                  <a:srgbClr val="E9D5FF"/>
                </a:solidFill>
              </a:defRPr>
            </a:pPr>
            <a:r>
              <a:t>Revly turns that daily footfall into permanent Google Maps dominance.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