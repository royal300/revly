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3108960" cy="384048"/>
          </a:xfrm>
          <a:prstGeom prst="roundRect">
            <a:avLst/>
          </a:prstGeom>
          <a:solidFill>
            <a:srgbClr val="1A14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⚡  GOOGLE MAPS GROWTH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Turn Every Walk-In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Into a 5-Star</a:t>
            </a:r>
          </a:p>
          <a:p>
            <a:pPr>
              <a:defRPr sz="4600" b="1">
                <a:solidFill>
                  <a:srgbClr val="8B5CF6"/>
                </a:solidFill>
              </a:defRPr>
            </a:pPr>
            <a:r>
              <a:t>Google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30-second tabletop QR feedback that ranks your local business #1 on Google Maps —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6217920" cy="6400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⏱️  30 Sec Journey    •    ⚡  100% Automated    •    📱  Zero App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96912" y="804672"/>
            <a:ext cx="4242816" cy="5248656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ly_qr_stand_mockup_17918086158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0"/>
            <a:ext cx="4023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THE PROBLEM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Great Footfall. Zero Google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4400" b="1">
                <a:solidFill>
                  <a:srgbClr val="F43F5E"/>
                </a:solidFill>
              </a:defRPr>
            </a:pPr>
            <a:r>
              <a:t>88%</a:t>
            </a:r>
          </a:p>
          <a:p>
            <a:pPr>
              <a:spcBef>
                <a:spcPts val="800"/>
              </a:spcBef>
              <a:defRPr sz="1500">
                <a:solidFill>
                  <a:srgbClr val="F1F5F9"/>
                </a:solidFill>
              </a:defRPr>
            </a:pPr>
            <a:r>
              <a:t>People search Google Maps before visiting a local shop.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95%</a:t>
            </a:r>
          </a:p>
          <a:p>
            <a:pPr>
              <a:spcBef>
                <a:spcPts val="800"/>
              </a:spcBef>
              <a:defRPr sz="1500">
                <a:solidFill>
                  <a:srgbClr val="F1F5F9"/>
                </a:solidFill>
              </a:defRPr>
            </a:pPr>
            <a:r>
              <a:t>Satisfied walk-in customers leave without writing any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4400" b="1">
                <a:solidFill>
                  <a:srgbClr val="8B5CF6"/>
                </a:solidFill>
              </a:defRPr>
            </a:pPr>
            <a:r>
              <a:t>Top 3</a:t>
            </a:r>
          </a:p>
          <a:p>
            <a:pPr>
              <a:spcBef>
                <a:spcPts val="800"/>
              </a:spcBef>
              <a:defRPr sz="1500">
                <a:solidFill>
                  <a:srgbClr val="F1F5F9"/>
                </a:solidFill>
              </a:defRPr>
            </a:pPr>
            <a:r>
              <a:t>Only the top 3 spots on Google Maps get 75%+ of customer visits.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2 Words</a:t>
            </a:r>
          </a:p>
          <a:p>
            <a:pPr>
              <a:spcBef>
                <a:spcPts val="800"/>
              </a:spcBef>
              <a:defRPr sz="1500">
                <a:solidFill>
                  <a:srgbClr val="F1F5F9"/>
                </a:solidFill>
              </a:defRPr>
            </a:pPr>
            <a:r>
              <a:t>Average review length ('Nice food'). Zero keywords for Google ranking.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THE SOLUTION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30 Seconds. From Table QR to #1 Google Rank.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364992" cy="347472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0 App Download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Scan tabletop QR stander with mobile camera.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2011680"/>
            <a:ext cx="3364992" cy="347472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3 Emojis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Customer rates visit; AI drafts keyword-rich review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2011680"/>
            <a:ext cx="3364992" cy="347472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1 Tap Post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Review auto-copies &amp; Google Maps opens. Done in 3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33888" cy="640080"/>
          </a:xfrm>
          <a:prstGeom prst="roundRect">
            <a:avLst/>
          </a:prstGeom>
          <a:solidFill>
            <a:srgbClr val="1A14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👥  100% Leads Captured: Customer name &amp; phone number saved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THE SECRET TO RANKING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Why Keywords Make or Break Your Google Rank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4297680"/>
          </a:xfrm>
          <a:prstGeom prst="roundRect">
            <a:avLst/>
          </a:prstGeom>
          <a:solidFill>
            <a:srgbClr val="1C1218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0 Keywords = 0 Ranking</a:t>
            </a:r>
          </a:p>
          <a:p>
            <a:pPr>
              <a:spcBef>
                <a:spcPts val="1600"/>
              </a:spcBef>
              <a:defRPr sz="2000" b="1">
                <a:solidFill>
                  <a:srgbClr val="FFFFFF"/>
                </a:solidFill>
              </a:defRPr>
            </a:pPr>
            <a:r>
              <a:t>“Nice food, super place.”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• Zero dish or service names</a:t>
            </a:r>
            <a:br/>
            <a:r>
              <a:t>• Zero search keywords</a:t>
            </a:r>
            <a:br/>
            <a:r>
              <a:t>• Google Maps completely ignores it</a:t>
            </a:r>
            <a:br/>
            <a:r>
              <a:t>• Business stays invisible for 'near me' searches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101E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Keywords = Top 3 Rank</a:t>
            </a:r>
          </a:p>
          <a:p>
            <a:pPr>
              <a:spcBef>
                <a:spcPts val="1600"/>
              </a:spcBef>
              <a:defRPr sz="1600" b="1">
                <a:solidFill>
                  <a:srgbClr val="FFFFFF"/>
                </a:solidFill>
              </a:defRPr>
            </a:pPr>
            <a:r>
              <a:t>“Loved the creamy Alfredo pasta and cold brew! Relaxing seating atmosphere.”</a:t>
            </a:r>
          </a:p>
          <a:p>
            <a:pPr>
              <a:spcBef>
                <a:spcPts val="1600"/>
              </a:spcBef>
              <a:defRPr sz="1350">
                <a:solidFill>
                  <a:srgbClr val="94A3B8"/>
                </a:solidFill>
              </a:defRPr>
            </a:pPr>
            <a:r>
              <a:t>• Keywords Indexed: Alfredo pasta, cold brew, relaxing atmosphere</a:t>
            </a:r>
            <a:br/>
            <a:r>
              <a:t>• Google recognizes your exact offerings</a:t>
            </a:r>
            <a:br/>
            <a:r>
              <a:t>• Ranks #1 when locals search pasta, coffee, or hangout</a:t>
            </a:r>
            <a:br/>
            <a:r>
              <a:t>• 100% human, authentic customer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KEY FEATURES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Built for Store Owners. Zero Tech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Custom Question Bank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t>Tailored for Cafes, Salons, Clinics, Gyms &amp; Retail. 3 random questions per scan.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Customer Contact CRM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t>Captures names and phone numbers to identify repeat loyal visitors.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Operational Health Scores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t>Live ratings for food, staff speed, and cleanliness to catch issues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Branded Tabletop Standers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t>Custom shop colors, logo, and print-ready QR codes for tables and counters.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BUSINESS ROI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Proven Results from Day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468880" cy="32918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8B5CF6"/>
                </a:solidFill>
              </a:defRPr>
            </a:pPr>
            <a:r>
              <a:t>10x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Monthly Google Review Velocity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Turn silent walk-ins into 5-star brand promoters.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11296" y="2011680"/>
            <a:ext cx="2468880" cy="32918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#1 Rank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Top 3 Google Maps Placement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Outrank competitors without spending on paid 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011680"/>
            <a:ext cx="2468880" cy="32918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2,000+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Phone Leads Captured / Month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Own your customer database for festival campaigns.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87968" y="2011680"/>
            <a:ext cx="2468880" cy="3291840"/>
          </a:xfrm>
          <a:prstGeom prst="roundRect">
            <a:avLst/>
          </a:prstGeom>
          <a:solidFill>
            <a:srgbClr val="121827"/>
          </a:solidFill>
          <a:ln w="1905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0 Effort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100% Automated &amp; Staff-Free</a:t>
            </a:r>
          </a:p>
          <a:p>
            <a:pPr algn="ctr"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Zero manual follow-ups, zero awkward staff begging.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23560"/>
            <a:ext cx="10533888" cy="685800"/>
          </a:xfrm>
          <a:prstGeom prst="roundRect">
            <a:avLst/>
          </a:prstGeom>
          <a:solidFill>
            <a:srgbClr val="1A14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Every customer who enters your shop is a Google Ranking opportunity.</a:t>
            </a:r>
          </a:p>
          <a:p>
            <a:pPr algn="ctr">
              <a:defRPr sz="1200">
                <a:solidFill>
                  <a:srgbClr val="8B5CF6"/>
                </a:solidFill>
              </a:defRPr>
            </a:pPr>
            <a:r>
              <a:t>Revly turns that daily footfall into permanent Google Maps dominance.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